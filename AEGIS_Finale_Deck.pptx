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490cbec14e504e7aa506bc0208460713.prod.enterapp.pro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490cbec14e504e7aa506bc0208460713.prod.enterapp.pro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017520"/>
          </a:xfrm>
          <a:prstGeom prst="rect">
            <a:avLst/>
          </a:prstGeom>
          <a:solidFill>
            <a:srgbClr val="2A2721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CHAOS 2026   ·   FINALE   ·   CONVEX OPEN INNOVATION TRACK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6093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8DF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Emergency Grid &amp; Incident System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975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phone in the crowd becomes a sensor. Every second becomes coordinated action.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publicly reachable prototype — not a mockup.</a:t>
            </a:r>
            <a:endParaRPr lang="en-US" sz="10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457200" y="2615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live system  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26700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490cbec14e504e7aa506bc0208460713.prod.enterapp.pro</a:t>
            </a:r>
            <a:endParaRPr lang="en-US" sz="800" dirty="0"/>
          </a:p>
        </p:txBody>
      </p:sp>
      <p:pic>
        <p:nvPicPr>
          <p:cNvPr id="10" name="Image 0" descr="G:\Claude\Projects\aegis-platform\docs\assets/qr_l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658368"/>
            <a:ext cx="1298448" cy="12984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87000" y="199339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open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3255264"/>
            <a:ext cx="11274552" cy="3200400"/>
          </a:xfrm>
          <a:prstGeom prst="roundRect">
            <a:avLst>
              <a:gd name="adj" fmla="val 2286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34198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13232" y="36210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AI Emergency Grid &amp; Incident System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3232" y="40965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063240" y="40965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0" y="40965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13232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Coders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063240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Chaos 2026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669280" y="42976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— Open Innovation (self-proposed problem)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13232" y="4736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13232" y="49377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Emergencies at mass gatherings unfold in seconds, but incident information is scattered, duplicated and unverified, and dispatch is manual — wasting the 5 to 10 minute window in which a crush or cardiac arrest is still survivable.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13232" y="5632704"/>
            <a:ext cx="10698480" cy="0"/>
          </a:xfrm>
          <a:prstGeom prst="line">
            <a:avLst/>
          </a:prstGeom>
          <a:noFill/>
          <a:ln w="12700">
            <a:solidFill>
              <a:srgbClr val="E4DDC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5760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13232" y="59801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Sourav Kumar   ·   Manish Joshi   ·   Siddharth Singh   ·   Rajat Kushwaha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6809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web platform — nothing to install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EXISTING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1127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crowd, the tools we rely on are the tools that fail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lost, Hathras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stampede, 2024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46120" y="122529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4612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lost, RCB victory crowd,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stadium, 2025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35040" y="122529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5-10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03504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— the survivable window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crush or cardiac arrest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006840" y="122529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00684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live picture of the venue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of these events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Police, medics and fire were already on site every time. What was missing was information, not manpower.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504688" cy="3621024"/>
          </a:xfrm>
          <a:prstGeom prst="roundRect">
            <a:avLst>
              <a:gd name="adj" fmla="val 2020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035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D6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CALLING FOR HELP DOES NOT WORK IN A CROWD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4944" y="3310128"/>
            <a:ext cx="502920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hear, and cannot be heard. 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crowd runs past 100 dB. The control room mishears the location — the one detail that matters.
</a:t>
            </a:r>
            <a:pPr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network is congested. 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phones on one tower means voice calls drop exactly when everyone needs them at once.
</a:t>
            </a:r>
            <a:pPr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the number. 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venue control room number is not on your ticket, and 112 cannot see inside the venue.
</a:t>
            </a:r>
            <a:pPr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carries one report, once. 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callers about one crush create thirty conversations, not one prioritised incident.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7064" y="2834640"/>
            <a:ext cx="5504688" cy="3621024"/>
          </a:xfrm>
          <a:prstGeom prst="roundRect">
            <a:avLst>
              <a:gd name="adj" fmla="val 2020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3035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AFFECTED, AND WHAT THEY HAVE TODAY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64808" y="3310128"/>
            <a:ext cx="502920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way to report that works in noise and congestion.
</a:t>
            </a:r>
            <a:pPr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Marshals and volunteers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first to see it, no channel to escalate.
</a:t>
            </a:r>
            <a:pPr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Medics, fire and police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 site, but sent by guesswork.
</a:t>
            </a:r>
            <a:pPr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Organisers and administration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own the liability, see fragments.
</a:t>
            </a:r>
            <a:pPr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solution: walkie-talkies and WhatsApp groups.
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live picture — every channel sees a fragment. Duplicate, unverified reports with no way to merge them. No severity triage, so a lost phone and a cardiac arrest arrive identical. Manual dispatch spends minutes working out who is nearest. No audit trail to learn from.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1127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tap replaces the call that cannot get through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is a live emergency response system for crowded places. Anyone reports in </a:t>
            </a:r>
            <a:pPr indent="0" marL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login, no OTP, no typing and no speaking. A tap is a few hundred bytes, so it gets through congested networks where a voice call will not. An AI scores how serious it is, merges duplicate reports of the same event into one incident, and retrieves the correct response steps from </a:t>
            </a:r>
            <a:pPr indent="0" marL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NDMA government guidance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control room dashboard dispatches the nearest right-role unit in one click, and the person who reported it watches help approach with a live ETA.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2487168"/>
            <a:ext cx="2212848" cy="2359152"/>
          </a:xfrm>
          <a:prstGeom prst="roundRect">
            <a:avLst>
              <a:gd name="adj" fmla="val 3306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8368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3346704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sends it, with GPS attached automatically. Photo, description and a callback number are optional and offered afterwards — help is already moving while you add them.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25496" y="2487168"/>
            <a:ext cx="2212848" cy="2359152"/>
          </a:xfrm>
          <a:prstGeom prst="roundRect">
            <a:avLst>
              <a:gd name="adj" fmla="val 3306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6664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026664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TRIAGE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26664" y="3346704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scores severity P1–P4, writes an operator summary, merges duplicates, and retrieves protocol steps from real NDMA and Red Cross guidance by meaning, not keyword.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93792" y="2487168"/>
            <a:ext cx="2212848" cy="2359152"/>
          </a:xfrm>
          <a:prstGeom prst="roundRect">
            <a:avLst>
              <a:gd name="adj" fmla="val 3306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8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394960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3346704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nearest role-matched unit is dispatched in one click. The reporter sees a live ETA. Every action is written to an immutable audit timeline.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992624"/>
            <a:ext cx="6949440" cy="1463040"/>
          </a:xfrm>
          <a:prstGeom prst="roundRect">
            <a:avLst>
              <a:gd name="adj" fmla="val 5000"/>
            </a:avLst>
          </a:prstGeom>
          <a:solidFill>
            <a:srgbClr val="2A2721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51755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4944" y="5449824"/>
            <a:ext cx="6473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advice is traceable to a government document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never invented — and the system </a:t>
            </a:r>
            <a:pPr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instead of failing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if the AI is unavailable it falls back to deterministic rules and says so on screen, while still triaging and dispatching.</a:t>
            </a:r>
            <a:endParaRPr lang="en-US" sz="1050" dirty="0"/>
          </a:p>
        </p:txBody>
      </p:sp>
      <p:pic>
        <p:nvPicPr>
          <p:cNvPr id="20" name="Image 0" descr="G:\Claude\Projects\aegis-platform\docs\assets/shot_reporter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225296"/>
            <a:ext cx="1975104" cy="4041648"/>
          </a:xfrm>
          <a:prstGeom prst="rect">
            <a:avLst/>
          </a:prstGeom>
        </p:spPr>
      </p:pic>
      <p:pic>
        <p:nvPicPr>
          <p:cNvPr id="21" name="Image 1" descr="G:\Claude\Projects\aegis-platform\docs\assets/shot_guidance_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225296"/>
            <a:ext cx="1975104" cy="40416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635240" y="534009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 one tap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9756648" y="534009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NDMA guidance, sourced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&amp;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1127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EnterPro front end, Convex back end, one AI brain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898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ANY PHONE BROWSER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24231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(public, no login)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(staff passcode)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· GPS · photo · callback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deployed on EnterPro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1012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96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730752" y="1225296"/>
            <a:ext cx="4160520" cy="3246120"/>
          </a:xfrm>
          <a:prstGeom prst="roundRect">
            <a:avLst>
              <a:gd name="adj" fmla="val 2254"/>
            </a:avLst>
          </a:prstGeom>
          <a:solidFill>
            <a:srgbClr val="2A2721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13632" y="138988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— CONVEX BACKEND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13632" y="1645920"/>
            <a:ext cx="379476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each report atomically, merge duplicates within 120 s
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LLM for severity, summary and protocol selection
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1536-dimension semantic retrieval over the NDMA corpus
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DB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live state to every open screen, no polling
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an unacknowledged P1 after 60 seconds
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photographs as evidence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97356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960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394192" y="1225296"/>
            <a:ext cx="2880360" cy="1783080"/>
          </a:xfrm>
          <a:prstGeom prst="roundRect">
            <a:avLst>
              <a:gd name="adj" fmla="val 4103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7072" y="13898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0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CONTROL ROOM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77072" y="1645920"/>
            <a:ext cx="25146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incident map and queue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panel with NDMA actions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Role-matched nearest dispatch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Exit-guidance broadcast to all phones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101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D6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24231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for triage and summary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for semantic retrieval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Three-model fallback chain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if AI is down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394192" y="3145536"/>
            <a:ext cx="2880360" cy="1783080"/>
          </a:xfrm>
          <a:prstGeom prst="roundRect">
            <a:avLst>
              <a:gd name="adj" fmla="val 4103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77072" y="33101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&amp; INTEGRATIONS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577072" y="3566160"/>
            <a:ext cx="25146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protocols from real NDMA and Indian Red Cross guidance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shown on every step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Helplines 112 · 100 · 101 · 102, one-tap dial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5138928"/>
            <a:ext cx="11274552" cy="1316736"/>
          </a:xfrm>
          <a:prstGeom prst="roundRect">
            <a:avLst>
              <a:gd name="adj" fmla="val 5556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5340096"/>
            <a:ext cx="10762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Convex.  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four separate systems with one typed TypeScript backend — the database, the serverless functions, the vector database for our NDMA search, and the job scheduler for our escalation timer. Every query is a live subscription, so the dashboard updates with zero real-time networking code written by us. That is the only reason a live product of this shape was buildable at our scale.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1127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show you live, in this order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starts empty. Everything you see appear is filed live, from a phone in this room.</a:t>
            </a:r>
            <a:endParaRPr lang="en-US" sz="1200" dirty="0"/>
          </a:p>
        </p:txBody>
      </p:sp>
      <p:pic>
        <p:nvPicPr>
          <p:cNvPr id="5" name="Image 0" descr="G:\Claude\Projects\aegis-platform\docs\assets/shot_command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7360920" cy="35219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058163"/>
            <a:ext cx="7360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dashboard — live venue map, incident queue, AI panel, NDMA actions, reporter callback and photo evidence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01584" y="14813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75904" y="1481328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 —  a teammate files a real emergency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375904" y="1719072"/>
            <a:ext cx="3355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public link, taps SOS, taps Fire. One tap, no login. GPS places it at the Food Court automatically.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101584" y="235000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75904" y="2350008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 —  it appears in about one second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375904" y="2587752"/>
            <a:ext cx="3355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scored it P1 Critical, written the summary and retrieved the fire protocol from NDMA guidance, with the source shown.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101584" y="32186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75904" y="3218688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 —  duplicate merge, then dispatch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375904" y="3456432"/>
            <a:ext cx="3355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report of the same fire merges into one incident with a count of two. One click dispatches the nearest fire unit.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101584" y="40873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75904" y="4087368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— accept, then broadcast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375904" y="4325112"/>
            <a:ext cx="3355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accepts on a second phone; the reporter's screen flips to a live ETA. We broadcast exit guidance to every phone.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5358384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2A2721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55046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SAY THIS BEFORE YOU ASK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13232" y="5760720"/>
            <a:ext cx="10762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triage, merging, dispatch and tracking are all real and running. Venue responders are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this demo, not live staff. Location is device GPS only, never from a phone number.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DIFFERENTIATOR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1127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capabilities, and what makes each one hard to copy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3630168" cy="1572768"/>
          </a:xfrm>
          <a:prstGeom prst="roundRect">
            <a:avLst>
              <a:gd name="adj" fmla="val 4651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716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371600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command map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1682496"/>
            <a:ext cx="3227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appears on every dashboard the instant it is filed — one shared source of truth for the venue.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2487168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reactive queries are live subscriptions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88536" y="1225296"/>
            <a:ext cx="3630168" cy="1572768"/>
          </a:xfrm>
          <a:prstGeom prst="roundRect">
            <a:avLst>
              <a:gd name="adj" fmla="val 4651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9704" y="13716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55464" y="1371600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triage and de-duplication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89704" y="1682496"/>
            <a:ext cx="3227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scored by the LLM; reports of the same event, same zone, within 120 seconds merge into one counted incident.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89704" y="2487168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call the model, mutations write the result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119872" y="1225296"/>
            <a:ext cx="3630168" cy="1572768"/>
          </a:xfrm>
          <a:prstGeom prst="roundRect">
            <a:avLst>
              <a:gd name="adj" fmla="val 4651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3716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1371600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Protocol-grounded response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1682496"/>
            <a:ext cx="3227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retrieved from real NDMA guidance by meaning, with the source document named on screen.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21040" y="2487168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vector search over the protocol table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980944"/>
            <a:ext cx="3630168" cy="1572768"/>
          </a:xfrm>
          <a:prstGeom prst="roundRect">
            <a:avLst>
              <a:gd name="adj" fmla="val 4651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1272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312724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Role-matched dispatch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" y="3438144"/>
            <a:ext cx="3227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nearest correct unit in one click — a medic for medical, a fire unit for fire. Unacknowledged P1 escalates in 60 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4242816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functions and indexed queries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88536" y="2980944"/>
            <a:ext cx="3630168" cy="1572768"/>
          </a:xfrm>
          <a:prstGeom prst="roundRect">
            <a:avLst>
              <a:gd name="adj" fmla="val 4651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9704" y="31272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55464" y="312724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responder tracking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89704" y="3438144"/>
            <a:ext cx="3227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reporter watches the assigned unit approach with a live ETA, the way you track a delivery.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89704" y="4242816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updates through the reactive database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119872" y="2980944"/>
            <a:ext cx="3630168" cy="1572768"/>
          </a:xfrm>
          <a:prstGeom prst="roundRect">
            <a:avLst>
              <a:gd name="adj" fmla="val 4651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1272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0" y="312724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and audit trail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21040" y="3438144"/>
            <a:ext cx="3227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Photograph, callback number and an immutable timestamped timeline for every incident.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21040" y="4242816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 plus an append-only event log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4956048"/>
            <a:ext cx="11274552" cy="1499616"/>
          </a:xfrm>
          <a:prstGeom prst="roundRect">
            <a:avLst>
              <a:gd name="adj" fmla="val 4878"/>
            </a:avLst>
          </a:prstGeom>
          <a:solidFill>
            <a:srgbClr val="2A2721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1206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SETS US APART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13232" y="5376672"/>
            <a:ext cx="10762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AI cannot invent procedure.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searches real NDMA and Red Cross documents first and may only compose steps from what it retrieved — the source is printed on screen.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It degrades instead of failing.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is rate-limited we fall through three models, then to deterministic rules, and the dashboard says so openly.
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Panic becomes signal.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reports of one crush become one P1 incident with a count of thirty.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venue is data, not code.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re-points AEGIS from a campus to Jantar Mantar or a stadium, switchable live from the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FEASIBILITY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1127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saved are lives saved — and it runs today for almost nothing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live across two states,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switchable from the dashboard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46120" y="122529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4612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NDMA and Red Cross protocols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every recommendation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63640" y="122529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8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26364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at pilot scale —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tiers, no servers to run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89720" y="122529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tap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8972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citizen to summon a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role-matched responder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5504688" cy="2395728"/>
          </a:xfrm>
          <a:prstGeom prst="roundRect">
            <a:avLst>
              <a:gd name="adj" fmla="val 3053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6517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4944" y="2926080"/>
            <a:ext cx="50292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attendee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nothing to install, it is a web link.
</a:t>
            </a:r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Marshals and volunteers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channel that works in noise.
</a:t>
            </a:r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Medics, fire and police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sent to the right spot, first time.
</a:t>
            </a:r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Organisers and district administration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live picture, and an audit trail afterwards.
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event venues this extends directly to campuses, religious gatherings, railway stations, hospitals and industrial sites — anywhere crowds and risk meet.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27064" y="2468880"/>
            <a:ext cx="5504688" cy="2395728"/>
          </a:xfrm>
          <a:prstGeom prst="roundRect">
            <a:avLst>
              <a:gd name="adj" fmla="val 3053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265176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REALISTICALLY DEPLOYABLE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64808" y="2926080"/>
            <a:ext cx="50292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store, no install. 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venue prints a QR code; anyone with a browser can report.
</a:t>
            </a:r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venue is a data record. 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Zones, exits and responding units — a new site needs no code change.
</a:t>
            </a:r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throughout. 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scales with crowd size and the front end is static. We load-tested 50 simultaneous reports with zero failures; capacity is not our bottleneck, it is a platform concern.
</a:t>
            </a:r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nothing to pilot. 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district could run this for a festival on free tiers.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084064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24865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D6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 — WE STATE THESE OURSELVES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3232" y="5504688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responders are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this demo, not live staff. There is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verification of photographs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yet — the image is shown to the operator for human judgement.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queueing is designed but not implemented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a report needs a moment of connectivity. The operator login gates the screen rather than the API; production uses role-scoped authentication. Facility coordinates in our alternate venues are real institutions at approximate positions, not a verified government feed.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1127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build next, and who built this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11274552" cy="1975104"/>
          </a:xfrm>
          <a:prstGeom prst="roundRect">
            <a:avLst>
              <a:gd name="adj" fmla="val 3704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898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168249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reporting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90195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instead of tapping, for anyone who cannot type or see the screen in an emergency.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389120" y="168249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reporting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90195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the report on the device and sync the moment signal returns.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8065008" y="168249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photo verification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190195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reports whose image does not match the reported category.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13232" y="243230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Crowd-density warning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651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density from CCTV and warn before the crush, not after.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389120" y="243230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facility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2651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the government facility directory for real hospital, police and fire locations nationwide.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8065008" y="243230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release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65008" y="2651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any district administration or college can run it — cost should never be why a crowd has no system.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57200" y="3401568"/>
            <a:ext cx="6949440" cy="2029968"/>
          </a:xfrm>
          <a:prstGeom prst="roundRect">
            <a:avLst>
              <a:gd name="adj" fmla="val 3604"/>
            </a:avLst>
          </a:prstGeom>
          <a:solidFill>
            <a:srgbClr val="F3EFE6"/>
          </a:solidFill>
          <a:ln w="12700">
            <a:solidFill>
              <a:srgbClr val="E4DD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584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NINJA CODERS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3232" y="39136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Sourav Kumar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87168" y="39136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— EnterPro front end, design system, pitch and live demo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Singh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87168" y="427939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data core — schema, de-duplication, dispatch and escalation logic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46451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Rajat Kushwaha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87168" y="464515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and retrieval — LLM prompting, protocol grounding, fallback chain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" y="5010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 Joshi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487168" y="501091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deployment and testing — EnterPro to Convex bridge, load and failure testing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35240" y="3401568"/>
            <a:ext cx="4096512" cy="2029968"/>
          </a:xfrm>
          <a:prstGeom prst="roundRect">
            <a:avLst>
              <a:gd name="adj" fmla="val 3604"/>
            </a:avLst>
          </a:prstGeom>
          <a:solidFill>
            <a:srgbClr val="2A2721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35844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YOURSELF, RIGHT NOW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863840" y="385876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on your own phone and file a report. It appears on our dashboard in about a second.</a:t>
            </a:r>
            <a:endParaRPr lang="en-US" sz="950" dirty="0"/>
          </a:p>
        </p:txBody>
      </p:sp>
      <p:sp>
        <p:nvSpPr>
          <p:cNvPr id="31" name="Text 29">
            <a:hlinkClick r:id="rId1" tooltip=""/>
          </p:cNvPr>
          <p:cNvSpPr/>
          <p:nvPr/>
        </p:nvSpPr>
        <p:spPr>
          <a:xfrm>
            <a:off x="7863840" y="4736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live system  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63840" y="49926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490cbec14e504e7aa506bc0208460713.prod.enterapp.pro</a:t>
            </a:r>
            <a:endParaRPr lang="en-US" sz="650" dirty="0"/>
          </a:p>
        </p:txBody>
      </p:sp>
      <p:pic>
        <p:nvPicPr>
          <p:cNvPr id="33" name="Image 0" descr="G:\Claude\Projects\aegis-platform\docs\assets/qr_l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3877056"/>
            <a:ext cx="1133856" cy="1133856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457200" y="5687568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2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turns the chaos of a crowd emergency into calm, coordinated, AI-guided response — in real time.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457200" y="6053328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EnterPro   ·   Powered by Convex   ·   Grounded in NDMA guidance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- AI Emergency Grid &amp; Incident System</dc:title>
  <dc:subject>PptxGenJS Presentation</dc:subject>
  <dc:creator>Team Ninja Coders</dc:creator>
  <cp:lastModifiedBy>Team Ninja Coders</cp:lastModifiedBy>
  <cp:revision>1</cp:revision>
  <dcterms:created xsi:type="dcterms:W3CDTF">2026-09-11T14:05:14Z</dcterms:created>
  <dcterms:modified xsi:type="dcterms:W3CDTF">2026-09-11T14:05:14Z</dcterms:modified>
</cp:coreProperties>
</file>